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56" r:id="rId3"/>
    <p:sldId id="285" r:id="rId4"/>
    <p:sldId id="268" r:id="rId5"/>
    <p:sldId id="269" r:id="rId6"/>
    <p:sldId id="259" r:id="rId7"/>
    <p:sldId id="260" r:id="rId8"/>
    <p:sldId id="270" r:id="rId9"/>
    <p:sldId id="283" r:id="rId10"/>
    <p:sldId id="277" r:id="rId11"/>
    <p:sldId id="278" r:id="rId12"/>
    <p:sldId id="279" r:id="rId13"/>
    <p:sldId id="280" r:id="rId14"/>
    <p:sldId id="281" r:id="rId15"/>
    <p:sldId id="282" r:id="rId16"/>
  </p:sldIdLst>
  <p:sldSz cx="6858000" cy="9906000" type="A4"/>
  <p:notesSz cx="7102475" cy="93884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92" autoAdjust="0"/>
    <p:restoredTop sz="94660"/>
  </p:normalViewPr>
  <p:slideViewPr>
    <p:cSldViewPr snapToGrid="0">
      <p:cViewPr varScale="1">
        <p:scale>
          <a:sx n="50" d="100"/>
          <a:sy n="50" d="100"/>
        </p:scale>
        <p:origin x="17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สไลด์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h-TH"/>
              <a:t>คลิกเพื่อแก้ไขสไตล์ชื่อเรื่องรองต้นแบบ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2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437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325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0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การเปรียบเทีย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187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77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426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เนื้อหา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605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รูปภาพพร้อมคำอธิบายภา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th-TH"/>
              <a:t>คลิกไอคอนเพื่อเพิ่มรูปภาพ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h-TH"/>
              <a:t>คลิกเพื่อแก้ไขสไตล์ของข้อความต้นแบบ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10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081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9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h-TH"/>
              <a:t>คลิกเพื่อแก้ไขสไตล์ชื่อเรื่องต้นแบบ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97F36-0740-4731-95E1-F862FB4B0AA9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672EB9-4FA6-4B88-86D1-8FF6B22740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70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D420F81-6872-5E81-F423-F297EB7C73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2265506"/>
            <a:ext cx="5915025" cy="697305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//</a:t>
            </a:r>
            <a:r>
              <a:rPr lang="th-TH" sz="2400" dirty="0"/>
              <a:t> ถวายรายงาน </a:t>
            </a:r>
            <a:r>
              <a:rPr lang="en-US" sz="2400" dirty="0"/>
              <a:t>904 //</a:t>
            </a: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(สังกัด กรม นนร.รอ.</a:t>
            </a:r>
            <a:r>
              <a:rPr lang="th-TH" sz="2400" dirty="0" err="1">
                <a:cs typeface="+mj-cs"/>
              </a:rPr>
              <a:t>รร</a:t>
            </a:r>
            <a:r>
              <a:rPr lang="th-TH" sz="2400" dirty="0">
                <a:cs typeface="+mj-cs"/>
              </a:rPr>
              <a:t>.จปร.) </a:t>
            </a:r>
          </a:p>
          <a:p>
            <a:pPr marL="0" indent="0">
              <a:buNone/>
            </a:pPr>
            <a:r>
              <a:rPr lang="en-US" sz="2400" dirty="0"/>
              <a:t>1</a:t>
            </a:r>
            <a:r>
              <a:rPr lang="th-TH" sz="2400" dirty="0"/>
              <a:t>. </a:t>
            </a:r>
            <a:r>
              <a:rPr lang="en-US" sz="2400" dirty="0">
                <a:solidFill>
                  <a:srgbClr val="FF0000"/>
                </a:solidFill>
              </a:rPr>
              <a:t>{{Name1}}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{{Senier1}}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/>
              <a:t>ฉก.ทม.รอ.</a:t>
            </a:r>
            <a:r>
              <a:rPr lang="en-US" sz="2400" dirty="0"/>
              <a:t>904</a:t>
            </a:r>
            <a:r>
              <a:rPr lang="th-TH" sz="2400" dirty="0"/>
              <a:t> รุ่น </a:t>
            </a:r>
            <a:r>
              <a:rPr lang="en-US" sz="2400" dirty="0">
                <a:solidFill>
                  <a:srgbClr val="FF0000"/>
                </a:solidFill>
              </a:rPr>
              <a:t>{{Model1}} {{Colour1}}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ตำแหน่ง </a:t>
            </a:r>
            <a:r>
              <a:rPr lang="en-US" sz="2400" dirty="0">
                <a:solidFill>
                  <a:srgbClr val="FF0000"/>
                </a:solidFill>
              </a:rPr>
              <a:t>{{Class1}}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โทร. </a:t>
            </a:r>
            <a:r>
              <a:rPr lang="en-US" sz="2400" dirty="0">
                <a:solidFill>
                  <a:srgbClr val="FF0000"/>
                </a:solidFill>
              </a:rPr>
              <a:t>{{Tel1}}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- ปฏิบัติหน้าที่ น.กำกับยาม</a:t>
            </a:r>
            <a:br>
              <a:rPr lang="th-TH" sz="2400" dirty="0">
                <a:cs typeface="+mj-cs"/>
              </a:rPr>
            </a:b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en-US" sz="2400" dirty="0">
                <a:cs typeface="+mj-cs"/>
              </a:rPr>
              <a:t>2</a:t>
            </a:r>
            <a:r>
              <a:rPr lang="th-TH" sz="2400" dirty="0">
                <a:cs typeface="+mj-cs"/>
              </a:rPr>
              <a:t>. </a:t>
            </a:r>
            <a:r>
              <a:rPr lang="en-US" sz="2400" dirty="0">
                <a:solidFill>
                  <a:srgbClr val="FF0000"/>
                </a:solidFill>
              </a:rPr>
              <a:t>{{Name2}}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/>
              <a:t>นนร.ชั้นปีที่ </a:t>
            </a:r>
            <a:r>
              <a:rPr lang="en-US" sz="2400" dirty="0"/>
              <a:t>4</a:t>
            </a:r>
            <a:endParaRPr lang="th-TH" sz="2400" dirty="0"/>
          </a:p>
          <a:p>
            <a:pPr marL="0" indent="0">
              <a:buNone/>
            </a:pPr>
            <a:r>
              <a:rPr lang="th-TH" sz="2400" dirty="0" err="1"/>
              <a:t>ตท</a:t>
            </a:r>
            <a:r>
              <a:rPr lang="th-TH" sz="2400" dirty="0"/>
              <a:t>.</a:t>
            </a:r>
            <a:r>
              <a:rPr lang="en-US" sz="2400" dirty="0"/>
              <a:t>63</a:t>
            </a:r>
            <a:r>
              <a:rPr lang="th-TH" sz="2400" dirty="0"/>
              <a:t> จปร.</a:t>
            </a:r>
            <a:r>
              <a:rPr lang="en-US" sz="2400" dirty="0"/>
              <a:t>74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ตำแหน่ง </a:t>
            </a:r>
            <a:r>
              <a:rPr lang="en-US" sz="2400" dirty="0">
                <a:solidFill>
                  <a:srgbClr val="FF0000"/>
                </a:solidFill>
              </a:rPr>
              <a:t>{{Class2}}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/>
              <a:t>โทร. </a:t>
            </a:r>
            <a:r>
              <a:rPr lang="en-US" sz="2400" dirty="0">
                <a:solidFill>
                  <a:srgbClr val="FF0000"/>
                </a:solidFill>
              </a:rPr>
              <a:t>{{Tel2}} </a:t>
            </a:r>
          </a:p>
          <a:p>
            <a:pPr marL="0" indent="0">
              <a:buNone/>
            </a:pPr>
            <a:r>
              <a:rPr lang="th-TH" sz="2400" dirty="0"/>
              <a:t>- ปฏิบัติหน้าที่ ยามรักษาการณ์ รก.ภูธรลีลาศ หมายเลข </a:t>
            </a:r>
            <a:r>
              <a:rPr lang="en-US" sz="2400" dirty="0"/>
              <a:t>1</a:t>
            </a:r>
            <a:r>
              <a:rPr lang="th-TH" sz="2400" dirty="0"/>
              <a:t> อัมพร</a:t>
            </a:r>
          </a:p>
        </p:txBody>
      </p:sp>
      <p:sp>
        <p:nvSpPr>
          <p:cNvPr id="4" name="กล่องข้อความ 3">
            <a:extLst>
              <a:ext uri="{FF2B5EF4-FFF2-40B4-BE49-F238E27FC236}">
                <a16:creationId xmlns:a16="http://schemas.microsoft.com/office/drawing/2014/main" id="{15C1C17F-5039-C801-75DD-7AD2B227E4C0}"/>
              </a:ext>
            </a:extLst>
          </p:cNvPr>
          <p:cNvSpPr txBox="1"/>
          <p:nvPr/>
        </p:nvSpPr>
        <p:spPr>
          <a:xfrm>
            <a:off x="622300" y="667435"/>
            <a:ext cx="45974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th-TH" sz="2800" dirty="0">
                <a:cs typeface="+mj-cs"/>
              </a:rPr>
              <a:t>ขออนุญาตนายทหารครับ ขออนุญาตส่งข้อความรายงานครับ</a:t>
            </a:r>
          </a:p>
        </p:txBody>
      </p:sp>
    </p:spTree>
    <p:extLst>
      <p:ext uri="{BB962C8B-B14F-4D97-AF65-F5344CB8AC3E}">
        <p14:creationId xmlns:p14="http://schemas.microsoft.com/office/powerpoint/2010/main" val="120630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F01AD9AB-FC73-42D6-846A-415EA0A46100}"/>
              </a:ext>
            </a:extLst>
          </p:cNvPr>
          <p:cNvSpPr txBox="1"/>
          <p:nvPr/>
        </p:nvSpPr>
        <p:spPr>
          <a:xfrm>
            <a:off x="1512783" y="923501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น.สัญญาบัตร ถวายรายงาน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{{Day1}}</a:t>
            </a: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DF4C938B-33D7-45B6-8EA7-8461EC84A327}"/>
              </a:ext>
            </a:extLst>
          </p:cNvPr>
          <p:cNvSpPr txBox="1"/>
          <p:nvPr/>
        </p:nvSpPr>
        <p:spPr>
          <a:xfrm>
            <a:off x="671017" y="6234031"/>
            <a:ext cx="551596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{{Name1}}</a:t>
            </a:r>
            <a:b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{{Model1}}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กำเนิด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{{Senier1}}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ตำแหน่ง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{{Class1}}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ไม่เคยปฏิบัติหน้าที่ถวายรายงาน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904</a:t>
            </a: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6A4BF491-511E-B36F-120C-C41E1070E297}"/>
              </a:ext>
            </a:extLst>
          </p:cNvPr>
          <p:cNvSpPr/>
          <p:nvPr/>
        </p:nvSpPr>
        <p:spPr>
          <a:xfrm>
            <a:off x="2038611" y="1877608"/>
            <a:ext cx="2780778" cy="4292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{{Image1}}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6061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1E613-BF5B-134E-1AF1-C13F5FAB2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D2825ABE-2F49-7D40-4C72-BAC817B3359B}"/>
              </a:ext>
            </a:extLst>
          </p:cNvPr>
          <p:cNvSpPr txBox="1"/>
          <p:nvPr/>
        </p:nvSpPr>
        <p:spPr>
          <a:xfrm>
            <a:off x="1512785" y="879487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นนร. ถวายรายงาน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{{Day1}}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5FBF3056-0EB9-8F92-E809-4FC3CD00EBCF}"/>
              </a:ext>
            </a:extLst>
          </p:cNvPr>
          <p:cNvSpPr txBox="1"/>
          <p:nvPr/>
        </p:nvSpPr>
        <p:spPr>
          <a:xfrm>
            <a:off x="165100" y="6262044"/>
            <a:ext cx="65278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{{Name2}}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กำเนิด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ตท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.6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จปร.7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ตำแหน่ง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{{Class2}}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ไม่เคยปฏิบัติหน้าที่ถวายรายงาน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904</a:t>
            </a:r>
          </a:p>
          <a:p>
            <a:pPr algn="ctr"/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1575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3" name="สี่เหลี่ยมผืนผ้า 2">
            <a:extLst>
              <a:ext uri="{FF2B5EF4-FFF2-40B4-BE49-F238E27FC236}">
                <a16:creationId xmlns:a16="http://schemas.microsoft.com/office/drawing/2014/main" id="{45683021-B939-88B2-C38A-A4BF1C1B09FA}"/>
              </a:ext>
            </a:extLst>
          </p:cNvPr>
          <p:cNvSpPr/>
          <p:nvPr/>
        </p:nvSpPr>
        <p:spPr>
          <a:xfrm>
            <a:off x="2038611" y="1877608"/>
            <a:ext cx="2780778" cy="4292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{{Image2}}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8164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BC554-9EB4-62D7-0E51-2EE5C47E6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A0439303-FEA8-7ED7-E840-83231FCD82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865966"/>
            <a:ext cx="5915025" cy="628526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400" dirty="0">
                <a:cs typeface="+mj-cs"/>
              </a:rPr>
              <a:t>//</a:t>
            </a:r>
            <a:r>
              <a:rPr lang="th-TH" sz="2400" dirty="0">
                <a:cs typeface="+mj-cs"/>
              </a:rPr>
              <a:t> ถวายรายงาน </a:t>
            </a:r>
            <a:r>
              <a:rPr lang="en-US" sz="2400" dirty="0">
                <a:cs typeface="+mj-cs"/>
              </a:rPr>
              <a:t>HMSV //</a:t>
            </a:r>
          </a:p>
          <a:p>
            <a:pPr marL="0" indent="0">
              <a:buNone/>
            </a:pPr>
            <a:r>
              <a:rPr lang="en-US" sz="2400" dirty="0">
                <a:cs typeface="+mj-cs"/>
              </a:rPr>
              <a:t>(</a:t>
            </a:r>
            <a:r>
              <a:rPr lang="th-TH" sz="2400" dirty="0">
                <a:cs typeface="+mj-cs"/>
              </a:rPr>
              <a:t>สังกัด กรม นนร.รอ.</a:t>
            </a:r>
            <a:r>
              <a:rPr lang="th-TH" sz="2400" dirty="0" err="1">
                <a:cs typeface="+mj-cs"/>
              </a:rPr>
              <a:t>รร</a:t>
            </a:r>
            <a:r>
              <a:rPr lang="th-TH" sz="2400" dirty="0">
                <a:cs typeface="+mj-cs"/>
              </a:rPr>
              <a:t>.จปร.) </a:t>
            </a:r>
          </a:p>
          <a:p>
            <a:pPr marL="0" indent="0">
              <a:buNone/>
            </a:pPr>
            <a:r>
              <a:rPr lang="en-US" sz="2400" dirty="0">
                <a:cs typeface="+mj-cs"/>
              </a:rPr>
              <a:t>1</a:t>
            </a:r>
            <a:r>
              <a:rPr lang="th-TH" sz="2400" dirty="0">
                <a:cs typeface="+mj-cs"/>
              </a:rPr>
              <a:t>. </a:t>
            </a:r>
            <a:r>
              <a:rPr lang="en-US" sz="2400" dirty="0">
                <a:solidFill>
                  <a:srgbClr val="FF0000"/>
                </a:solidFill>
              </a:rPr>
              <a:t>{{Name3}}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{{Senier3}}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ฉก.ทม.รอ.</a:t>
            </a:r>
            <a:r>
              <a:rPr lang="en-US" sz="2400" dirty="0">
                <a:cs typeface="+mj-cs"/>
              </a:rPr>
              <a:t>904</a:t>
            </a:r>
            <a:r>
              <a:rPr lang="th-TH" sz="2400" dirty="0">
                <a:cs typeface="+mj-cs"/>
              </a:rPr>
              <a:t> รุ่น </a:t>
            </a:r>
            <a:r>
              <a:rPr lang="en-US" sz="2400" dirty="0">
                <a:solidFill>
                  <a:srgbClr val="FF0000"/>
                </a:solidFill>
              </a:rPr>
              <a:t>{{Model3}} {{Colour3}}</a:t>
            </a: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ตำแหน่ง </a:t>
            </a:r>
            <a:r>
              <a:rPr lang="en-US" sz="2400" dirty="0">
                <a:solidFill>
                  <a:srgbClr val="FF0000"/>
                </a:solidFill>
              </a:rPr>
              <a:t>{{Class3}}</a:t>
            </a: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โทร. </a:t>
            </a:r>
            <a:r>
              <a:rPr lang="en-US" sz="2400" dirty="0">
                <a:solidFill>
                  <a:srgbClr val="FF0000"/>
                </a:solidFill>
              </a:rPr>
              <a:t>{{Tel3}}</a:t>
            </a:r>
            <a:endParaRPr lang="en-US" sz="2400" dirty="0"/>
          </a:p>
          <a:p>
            <a:pPr marL="0" indent="0">
              <a:buNone/>
            </a:pPr>
            <a:r>
              <a:rPr lang="th-TH" sz="2400" dirty="0">
                <a:cs typeface="+mj-cs"/>
              </a:rPr>
              <a:t>- ปฏิบัติหน้าที่ น.กำกับยาม</a:t>
            </a:r>
          </a:p>
          <a:p>
            <a:pPr marL="0" indent="0">
              <a:buNone/>
            </a:pP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en-US" sz="2400" dirty="0">
                <a:cs typeface="+mj-cs"/>
              </a:rPr>
              <a:t>2</a:t>
            </a:r>
            <a:r>
              <a:rPr lang="th-TH" sz="2400" dirty="0">
                <a:cs typeface="+mj-cs"/>
              </a:rPr>
              <a:t>.</a:t>
            </a:r>
            <a:r>
              <a:rPr lang="th-TH" sz="2400" dirty="0"/>
              <a:t> </a:t>
            </a:r>
            <a:r>
              <a:rPr lang="en-US" sz="2400" dirty="0">
                <a:solidFill>
                  <a:srgbClr val="FF0000"/>
                </a:solidFill>
              </a:rPr>
              <a:t>{{Name4}}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/>
              <a:t>นนร.ชั้นปีที่ </a:t>
            </a:r>
            <a:r>
              <a:rPr lang="en-US" sz="2400" dirty="0"/>
              <a:t>4</a:t>
            </a:r>
            <a:endParaRPr lang="th-TH" sz="2400" dirty="0"/>
          </a:p>
          <a:p>
            <a:pPr marL="0" indent="0">
              <a:buNone/>
            </a:pPr>
            <a:r>
              <a:rPr lang="th-TH" sz="2400" dirty="0" err="1"/>
              <a:t>ตท</a:t>
            </a:r>
            <a:r>
              <a:rPr lang="th-TH" sz="2400" dirty="0"/>
              <a:t>.</a:t>
            </a:r>
            <a:r>
              <a:rPr lang="en-US" sz="2400" dirty="0"/>
              <a:t>63</a:t>
            </a:r>
            <a:r>
              <a:rPr lang="th-TH" sz="2400" dirty="0"/>
              <a:t> จปร.</a:t>
            </a:r>
            <a:r>
              <a:rPr lang="en-US" sz="2400" dirty="0"/>
              <a:t>74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ตำแหน่ง </a:t>
            </a:r>
            <a:r>
              <a:rPr lang="en-US" sz="2400" dirty="0">
                <a:solidFill>
                  <a:srgbClr val="FF0000"/>
                </a:solidFill>
              </a:rPr>
              <a:t>{{Class4}}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/>
              <a:t>โทร. </a:t>
            </a:r>
            <a:r>
              <a:rPr lang="en-US" sz="2400" dirty="0">
                <a:solidFill>
                  <a:srgbClr val="FF0000"/>
                </a:solidFill>
              </a:rPr>
              <a:t>{{Tel4}} </a:t>
            </a: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- ปฏิบัติหน้าที่ ยามรักษาการณ์ อาคารที่ประทับออกกำลังพระวรกาย</a:t>
            </a:r>
          </a:p>
        </p:txBody>
      </p:sp>
    </p:spTree>
    <p:extLst>
      <p:ext uri="{BB962C8B-B14F-4D97-AF65-F5344CB8AC3E}">
        <p14:creationId xmlns:p14="http://schemas.microsoft.com/office/powerpoint/2010/main" val="26154949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4294C-8454-5D49-4CAD-4F8DB39EB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E57339AC-5D87-19EA-2524-39110F7F2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865966"/>
            <a:ext cx="5915025" cy="4239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cs typeface="+mj-cs"/>
              </a:rPr>
              <a:t>//</a:t>
            </a:r>
            <a:r>
              <a:rPr lang="th-TH" sz="2400" dirty="0">
                <a:cs typeface="+mj-cs"/>
              </a:rPr>
              <a:t> ถวายรายงาน </a:t>
            </a:r>
            <a:r>
              <a:rPr lang="en-US" sz="2400" dirty="0">
                <a:cs typeface="+mj-cs"/>
              </a:rPr>
              <a:t>HMSV //</a:t>
            </a:r>
          </a:p>
          <a:p>
            <a:pPr marL="0" indent="0">
              <a:buNone/>
            </a:pPr>
            <a:r>
              <a:rPr lang="en-US" sz="2400" dirty="0">
                <a:cs typeface="+mj-cs"/>
              </a:rPr>
              <a:t>(</a:t>
            </a:r>
            <a:r>
              <a:rPr lang="th-TH" sz="2400" dirty="0">
                <a:cs typeface="+mj-cs"/>
              </a:rPr>
              <a:t>สังกัด กรม นนร.รอ.</a:t>
            </a:r>
            <a:r>
              <a:rPr lang="th-TH" sz="2400" dirty="0" err="1">
                <a:cs typeface="+mj-cs"/>
              </a:rPr>
              <a:t>รร</a:t>
            </a:r>
            <a:r>
              <a:rPr lang="th-TH" sz="2400" dirty="0">
                <a:cs typeface="+mj-cs"/>
              </a:rPr>
              <a:t>.จปร.) </a:t>
            </a: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(อะไหล่ นนร.)</a:t>
            </a:r>
          </a:p>
          <a:p>
            <a:pPr marL="0" indent="0">
              <a:buNone/>
            </a:pPr>
            <a:r>
              <a:rPr lang="en-US" sz="2400" dirty="0">
                <a:cs typeface="+mj-cs"/>
              </a:rPr>
              <a:t>3.</a:t>
            </a:r>
            <a:r>
              <a:rPr lang="th-TH" sz="2400" dirty="0">
                <a:cs typeface="+mj-cs"/>
              </a:rPr>
              <a:t> </a:t>
            </a:r>
            <a:r>
              <a:rPr lang="en-US" sz="2400" dirty="0">
                <a:solidFill>
                  <a:srgbClr val="FF0000"/>
                </a:solidFill>
              </a:rPr>
              <a:t>{{Name5}}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/>
              <a:t>นนร.ชั้นปีที่ </a:t>
            </a:r>
            <a:r>
              <a:rPr lang="en-US" sz="2400" dirty="0"/>
              <a:t>4</a:t>
            </a:r>
            <a:endParaRPr lang="th-TH" sz="2400" dirty="0"/>
          </a:p>
          <a:p>
            <a:pPr marL="0" indent="0">
              <a:buNone/>
            </a:pPr>
            <a:r>
              <a:rPr lang="th-TH" sz="2400" dirty="0" err="1"/>
              <a:t>ตท</a:t>
            </a:r>
            <a:r>
              <a:rPr lang="th-TH" sz="2400" dirty="0"/>
              <a:t>.</a:t>
            </a:r>
            <a:r>
              <a:rPr lang="en-US" sz="2400" dirty="0"/>
              <a:t>63</a:t>
            </a:r>
            <a:r>
              <a:rPr lang="th-TH" sz="2400" dirty="0"/>
              <a:t> จปร.</a:t>
            </a:r>
            <a:r>
              <a:rPr lang="en-US" sz="2400" dirty="0"/>
              <a:t>74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ตำแหน่ง </a:t>
            </a:r>
            <a:r>
              <a:rPr lang="en-US" sz="2400" dirty="0">
                <a:solidFill>
                  <a:srgbClr val="FF0000"/>
                </a:solidFill>
              </a:rPr>
              <a:t>{{Class5}}</a:t>
            </a:r>
            <a:endParaRPr lang="th-TH" sz="24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h-TH" sz="2400" dirty="0"/>
              <a:t>โทร. </a:t>
            </a:r>
            <a:r>
              <a:rPr lang="en-US" sz="2400" dirty="0">
                <a:solidFill>
                  <a:srgbClr val="FF0000"/>
                </a:solidFill>
              </a:rPr>
              <a:t>{{Tel5}} </a:t>
            </a: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- ปฏิบัติหน้าที่ ยามรักษาการณ์ อาคารที่ประทับออกกำลังพระวรกาย</a:t>
            </a:r>
          </a:p>
        </p:txBody>
      </p:sp>
    </p:spTree>
    <p:extLst>
      <p:ext uri="{BB962C8B-B14F-4D97-AF65-F5344CB8AC3E}">
        <p14:creationId xmlns:p14="http://schemas.microsoft.com/office/powerpoint/2010/main" val="3591794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1B48F-914F-6975-62DC-87BBDE194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E1DFBA11-ADA9-C722-1560-7E7A6CCC595E}"/>
              </a:ext>
            </a:extLst>
          </p:cNvPr>
          <p:cNvSpPr txBox="1"/>
          <p:nvPr/>
        </p:nvSpPr>
        <p:spPr>
          <a:xfrm>
            <a:off x="1379433" y="1008576"/>
            <a:ext cx="40991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น.สัญญาบัตร 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HMSV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{{Day1}}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C76D02B-A870-CBE3-7FD3-33B6AA0E78EC}"/>
              </a:ext>
            </a:extLst>
          </p:cNvPr>
          <p:cNvSpPr txBox="1"/>
          <p:nvPr/>
        </p:nvSpPr>
        <p:spPr>
          <a:xfrm>
            <a:off x="655125" y="6250076"/>
            <a:ext cx="55477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{{Name3}}</a:t>
            </a:r>
            <a:b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{{Model3}}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กำเนิด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{{Senier3}}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ตำแหน่ง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{{Class3}}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ไม่เคยปฏิบัติหน้าที่ถวายรายงาน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HMSV</a:t>
            </a:r>
            <a:endParaRPr lang="th-TH" sz="1575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A99B7CEB-0E31-B226-E3E9-53EB4B902989}"/>
              </a:ext>
            </a:extLst>
          </p:cNvPr>
          <p:cNvSpPr/>
          <p:nvPr/>
        </p:nvSpPr>
        <p:spPr>
          <a:xfrm>
            <a:off x="2038611" y="1877608"/>
            <a:ext cx="2780778" cy="4292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{{Image3}}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33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8AA8F-5B27-C6E0-C8BC-172181E03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E219422-816B-B32A-06CB-D53B163EE9E1}"/>
              </a:ext>
            </a:extLst>
          </p:cNvPr>
          <p:cNvSpPr txBox="1"/>
          <p:nvPr/>
        </p:nvSpPr>
        <p:spPr>
          <a:xfrm>
            <a:off x="1512785" y="980994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นนร. 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HMSV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{{Day1}}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49944D48-E72F-D078-3AD3-18CBAE733171}"/>
              </a:ext>
            </a:extLst>
          </p:cNvPr>
          <p:cNvSpPr txBox="1"/>
          <p:nvPr/>
        </p:nvSpPr>
        <p:spPr>
          <a:xfrm>
            <a:off x="165100" y="6246193"/>
            <a:ext cx="6527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{{Name4}}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กำเนิด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ตท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.6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จปร.7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ตำแหน่ง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{{Class4}}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ไม่เคยปฏิบัติหน้าที่ถวายรายงาน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HMSV</a:t>
            </a:r>
            <a:endParaRPr lang="th-TH" sz="1575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3DB0915F-BC0A-4003-4734-7A4E8D22E4E1}"/>
              </a:ext>
            </a:extLst>
          </p:cNvPr>
          <p:cNvSpPr/>
          <p:nvPr/>
        </p:nvSpPr>
        <p:spPr>
          <a:xfrm>
            <a:off x="2038611" y="1877608"/>
            <a:ext cx="2780778" cy="4292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{{Image4}}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1359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97D61-9660-CA29-9998-53F601DD7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C50BE3BA-34A7-80E8-B015-5E39F303D035}"/>
              </a:ext>
            </a:extLst>
          </p:cNvPr>
          <p:cNvSpPr txBox="1"/>
          <p:nvPr/>
        </p:nvSpPr>
        <p:spPr>
          <a:xfrm>
            <a:off x="1512785" y="980994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นนร. 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HMSV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{{Day1}}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04CBEFF6-1210-4CD2-5AB9-1F37A75AC776}"/>
              </a:ext>
            </a:extLst>
          </p:cNvPr>
          <p:cNvSpPr txBox="1"/>
          <p:nvPr/>
        </p:nvSpPr>
        <p:spPr>
          <a:xfrm>
            <a:off x="165100" y="6246193"/>
            <a:ext cx="6527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{{Name5}}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กำเนิด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ตท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.6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จปร.7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ตำแหน่ง </a:t>
            </a:r>
            <a:r>
              <a:rPr lang="en-US" sz="2800" b="1" dirty="0">
                <a:solidFill>
                  <a:srgbClr val="FF0000"/>
                </a:solidFill>
                <a:latin typeface="TH SarabunPSK" panose="020B0500040200020003" pitchFamily="34" charset="-34"/>
                <a:cs typeface="TH SarabunPSK" panose="020B0500040200020003" pitchFamily="34" charset="-34"/>
              </a:rPr>
              <a:t>{{Class5}}</a:t>
            </a:r>
            <a:endParaRPr lang="th-TH" sz="2800" b="1" dirty="0">
              <a:solidFill>
                <a:srgbClr val="FF0000"/>
              </a:solidFill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ไม่เคยปฏิบัติหน้าที่ถวายรายงาน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HMSV</a:t>
            </a:r>
            <a:endParaRPr lang="th-TH" sz="1575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2" name="สี่เหลี่ยมผืนผ้า 1">
            <a:extLst>
              <a:ext uri="{FF2B5EF4-FFF2-40B4-BE49-F238E27FC236}">
                <a16:creationId xmlns:a16="http://schemas.microsoft.com/office/drawing/2014/main" id="{8602B77F-D8B4-F800-6A51-D52CD9765CA4}"/>
              </a:ext>
            </a:extLst>
          </p:cNvPr>
          <p:cNvSpPr/>
          <p:nvPr/>
        </p:nvSpPr>
        <p:spPr>
          <a:xfrm>
            <a:off x="2038611" y="1877608"/>
            <a:ext cx="2780778" cy="4292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{{Image5}}</a:t>
            </a:r>
            <a:endParaRPr lang="th-TH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4494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ลูกศร: ลง 3">
            <a:extLst>
              <a:ext uri="{FF2B5EF4-FFF2-40B4-BE49-F238E27FC236}">
                <a16:creationId xmlns:a16="http://schemas.microsoft.com/office/drawing/2014/main" id="{9756B192-8009-0EC7-E1B1-54D20A7AFD51}"/>
              </a:ext>
            </a:extLst>
          </p:cNvPr>
          <p:cNvSpPr/>
          <p:nvPr/>
        </p:nvSpPr>
        <p:spPr>
          <a:xfrm>
            <a:off x="0" y="0"/>
            <a:ext cx="6858000" cy="990600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73681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90273-6F29-7FB0-3EE1-FBF103229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46C23F5F-2078-097E-FA2D-B0335479A8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198706"/>
            <a:ext cx="5915025" cy="697305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 </a:t>
            </a:r>
            <a:r>
              <a:rPr lang="en-US" sz="2400" dirty="0">
                <a:cs typeface="+mj-cs"/>
              </a:rPr>
              <a:t>//</a:t>
            </a:r>
            <a:r>
              <a:rPr lang="th-TH" sz="2400" dirty="0">
                <a:cs typeface="+mj-cs"/>
              </a:rPr>
              <a:t> ส่งเสด็จฯ</a:t>
            </a:r>
            <a:r>
              <a:rPr lang="en-US" sz="2400" dirty="0">
                <a:cs typeface="+mj-cs"/>
              </a:rPr>
              <a:t>//</a:t>
            </a: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th-TH" sz="2400" dirty="0"/>
              <a:t>สังกัด กรม นนร.รอ.</a:t>
            </a:r>
            <a:r>
              <a:rPr lang="th-TH" sz="2400" dirty="0" err="1"/>
              <a:t>รร</a:t>
            </a:r>
            <a:r>
              <a:rPr lang="th-TH" sz="2400" dirty="0"/>
              <a:t>.จปร.) </a:t>
            </a:r>
          </a:p>
          <a:p>
            <a:pPr marL="0" indent="0">
              <a:buNone/>
            </a:pPr>
            <a:r>
              <a:rPr lang="en-US" sz="2400" dirty="0"/>
              <a:t>1</a:t>
            </a:r>
            <a:r>
              <a:rPr lang="th-TH" sz="2400" dirty="0"/>
              <a:t>. พ.ต.สินมหัต นามนารถ</a:t>
            </a:r>
          </a:p>
          <a:p>
            <a:pPr marL="0" indent="0">
              <a:buNone/>
            </a:pPr>
            <a:r>
              <a:rPr lang="th-TH" sz="2400" dirty="0" err="1"/>
              <a:t>ตท</a:t>
            </a:r>
            <a:r>
              <a:rPr lang="th-TH" sz="2400" dirty="0"/>
              <a:t>.</a:t>
            </a:r>
            <a:r>
              <a:rPr lang="en-US" sz="2400" dirty="0"/>
              <a:t>53</a:t>
            </a:r>
            <a:r>
              <a:rPr lang="th-TH" sz="2400" dirty="0"/>
              <a:t> จปร.</a:t>
            </a:r>
            <a:r>
              <a:rPr lang="en-US" sz="2400" dirty="0"/>
              <a:t>64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ฉก.ทม.รอ.</a:t>
            </a:r>
            <a:r>
              <a:rPr lang="en-US" sz="2400" dirty="0"/>
              <a:t>904</a:t>
            </a:r>
            <a:r>
              <a:rPr lang="th-TH" sz="2400" dirty="0"/>
              <a:t> รุ่น  น.</a:t>
            </a:r>
            <a:r>
              <a:rPr lang="en-US" sz="2400" dirty="0"/>
              <a:t>11/60</a:t>
            </a:r>
            <a:r>
              <a:rPr lang="th-TH" sz="2400" dirty="0"/>
              <a:t>  ป้าย</a:t>
            </a:r>
            <a:r>
              <a:rPr lang="th-TH" sz="2400" dirty="0" err="1"/>
              <a:t>เเถบ</a:t>
            </a:r>
            <a:r>
              <a:rPr lang="th-TH" sz="2400" dirty="0"/>
              <a:t>สีรุ่น</a:t>
            </a:r>
            <a:r>
              <a:rPr lang="en-US" sz="2400" dirty="0"/>
              <a:t> </a:t>
            </a:r>
            <a:r>
              <a:rPr lang="th-TH" sz="2400" dirty="0"/>
              <a:t>คราม</a:t>
            </a:r>
            <a:r>
              <a:rPr lang="en-US" sz="2400" dirty="0"/>
              <a:t>/</a:t>
            </a:r>
            <a:r>
              <a:rPr lang="th-TH" sz="2400" dirty="0"/>
              <a:t>แสด</a:t>
            </a:r>
          </a:p>
          <a:p>
            <a:pPr marL="0" indent="0">
              <a:buNone/>
            </a:pPr>
            <a:r>
              <a:rPr lang="th-TH" sz="2400" dirty="0"/>
              <a:t>ตำแหน่ง ผบ.ร้อย.กรม นนร.รอ.</a:t>
            </a:r>
            <a:r>
              <a:rPr lang="th-TH" sz="2400" dirty="0" err="1"/>
              <a:t>รร</a:t>
            </a:r>
            <a:r>
              <a:rPr lang="th-TH" sz="2400" dirty="0"/>
              <a:t>.จปร.</a:t>
            </a:r>
          </a:p>
          <a:p>
            <a:pPr marL="0" indent="0">
              <a:buNone/>
            </a:pPr>
            <a:r>
              <a:rPr lang="th-TH" sz="2400" dirty="0"/>
              <a:t>โทร. </a:t>
            </a:r>
            <a:r>
              <a:rPr lang="en-US" sz="2400" dirty="0"/>
              <a:t>096-259-4649</a:t>
            </a:r>
          </a:p>
          <a:p>
            <a:pPr marL="0" indent="0">
              <a:buNone/>
            </a:pPr>
            <a:r>
              <a:rPr lang="th-TH" sz="2400" dirty="0"/>
              <a:t>- ปฏิบัติหน้าที่ น.กำกับยาม</a:t>
            </a:r>
          </a:p>
          <a:p>
            <a:pPr marL="0" indent="0">
              <a:buNone/>
            </a:pPr>
            <a:endParaRPr lang="th-TH" sz="2400" dirty="0"/>
          </a:p>
          <a:p>
            <a:pPr marL="0" indent="0">
              <a:buNone/>
            </a:pPr>
            <a:r>
              <a:rPr lang="en-US" sz="2400" dirty="0"/>
              <a:t>2</a:t>
            </a:r>
            <a:r>
              <a:rPr lang="th-TH" sz="2400" dirty="0"/>
              <a:t>. นนร.</a:t>
            </a:r>
            <a:r>
              <a:rPr lang="th-TH" sz="2400" dirty="0" err="1"/>
              <a:t>ปิย</a:t>
            </a:r>
            <a:r>
              <a:rPr lang="th-TH" sz="2400" dirty="0"/>
              <a:t>ศักดิ์ อรรถการพง</a:t>
            </a:r>
            <a:r>
              <a:rPr lang="th-TH" sz="2400" dirty="0" err="1"/>
              <a:t>ษ์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นนร.ชั้นปีที่ </a:t>
            </a:r>
            <a:r>
              <a:rPr lang="en-US" sz="2400" dirty="0"/>
              <a:t>4</a:t>
            </a:r>
            <a:endParaRPr lang="th-TH" sz="2400" dirty="0"/>
          </a:p>
          <a:p>
            <a:pPr marL="0" indent="0">
              <a:buNone/>
            </a:pPr>
            <a:r>
              <a:rPr lang="th-TH" sz="2400" dirty="0" err="1"/>
              <a:t>ตท</a:t>
            </a:r>
            <a:r>
              <a:rPr lang="th-TH" sz="2400" dirty="0"/>
              <a:t>.</a:t>
            </a:r>
            <a:r>
              <a:rPr lang="en-US" sz="2400" dirty="0"/>
              <a:t>63</a:t>
            </a:r>
            <a:r>
              <a:rPr lang="th-TH" sz="2400" dirty="0"/>
              <a:t> จปร.</a:t>
            </a:r>
            <a:r>
              <a:rPr lang="en-US" sz="2400" dirty="0"/>
              <a:t>74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ตำแหน่ง ลูกแถว หมู่ </a:t>
            </a:r>
            <a:r>
              <a:rPr lang="en-US" sz="2400" dirty="0"/>
              <a:t>4</a:t>
            </a:r>
            <a:r>
              <a:rPr lang="th-TH" sz="2400" dirty="0"/>
              <a:t> มว.</a:t>
            </a:r>
            <a:r>
              <a:rPr lang="en-US" sz="2400" dirty="0"/>
              <a:t>2</a:t>
            </a:r>
            <a:r>
              <a:rPr lang="th-TH" sz="2400" dirty="0"/>
              <a:t> ร้อย.</a:t>
            </a:r>
            <a:r>
              <a:rPr lang="en-US" sz="2400" dirty="0"/>
              <a:t>3</a:t>
            </a:r>
            <a:r>
              <a:rPr lang="th-TH" sz="2400" dirty="0"/>
              <a:t> พัน.</a:t>
            </a:r>
            <a:r>
              <a:rPr lang="en-US" sz="2400" dirty="0"/>
              <a:t>2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โทร. </a:t>
            </a:r>
            <a:r>
              <a:rPr lang="en-US" sz="2400" dirty="0"/>
              <a:t>097-209-9130</a:t>
            </a:r>
          </a:p>
          <a:p>
            <a:pPr marL="0" indent="0">
              <a:buNone/>
            </a:pPr>
            <a:r>
              <a:rPr lang="th-TH" sz="2400" dirty="0"/>
              <a:t>- ปฏิบัติหน้าที่ ยามรักษาการณ์ อาคารที่ประทับออกกำลังพระวรกาย</a:t>
            </a:r>
          </a:p>
        </p:txBody>
      </p:sp>
    </p:spTree>
    <p:extLst>
      <p:ext uri="{BB962C8B-B14F-4D97-AF65-F5344CB8AC3E}">
        <p14:creationId xmlns:p14="http://schemas.microsoft.com/office/powerpoint/2010/main" val="3220239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CBD68-1840-5A75-4AD2-831AD5DBF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6777D6C5-D474-8D40-21C7-61C7FE7F286C}"/>
              </a:ext>
            </a:extLst>
          </p:cNvPr>
          <p:cNvSpPr txBox="1"/>
          <p:nvPr/>
        </p:nvSpPr>
        <p:spPr>
          <a:xfrm>
            <a:off x="1512783" y="961601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น.สัญญาบัตร ส่งเสด็จฯ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18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ต.ค. 68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955D4ADB-1049-E4BA-6DDF-FABFADD1BA24}"/>
              </a:ext>
            </a:extLst>
          </p:cNvPr>
          <p:cNvSpPr txBox="1"/>
          <p:nvPr/>
        </p:nvSpPr>
        <p:spPr>
          <a:xfrm>
            <a:off x="671017" y="6170531"/>
            <a:ext cx="55159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พ.ต.สินมหัต นามนารถ</a:t>
            </a:r>
            <a:b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11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/6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0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กำเนิด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ตท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53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จปร.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64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ตำแหน่ง ผบ.ร้อย.กรม นนร.รอ.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208614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BBDF-6CE2-BAF3-8DA0-3792E99A1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A1DAE7FE-A7A0-F636-3B1B-D065FACC60CD}"/>
              </a:ext>
            </a:extLst>
          </p:cNvPr>
          <p:cNvSpPr txBox="1"/>
          <p:nvPr/>
        </p:nvSpPr>
        <p:spPr>
          <a:xfrm>
            <a:off x="1512785" y="879487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นนร. ส่งเสด็จฯ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18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ต.ค. 68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BE7EEE34-5B12-4E65-C526-9917C555CF4A}"/>
              </a:ext>
            </a:extLst>
          </p:cNvPr>
          <p:cNvSpPr txBox="1"/>
          <p:nvPr/>
        </p:nvSpPr>
        <p:spPr>
          <a:xfrm>
            <a:off x="165100" y="6350944"/>
            <a:ext cx="652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นนร.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ปิย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ศักดิ์ อรรถการพง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ษ์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กำเนิด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ตท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.6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จปร.7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ตำแหน่ง ลูกแถว หมู่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มว.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ร้อย.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พัน.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48637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9092-BD11-0030-83EA-230AA6EB3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แทนเนื้อหา 2">
            <a:extLst>
              <a:ext uri="{FF2B5EF4-FFF2-40B4-BE49-F238E27FC236}">
                <a16:creationId xmlns:a16="http://schemas.microsoft.com/office/drawing/2014/main" id="{8A178C99-A570-0A52-8246-AF455E901F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1487" y="1466470"/>
            <a:ext cx="5915025" cy="697305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 </a:t>
            </a:r>
            <a:r>
              <a:rPr lang="en-US" sz="2400" dirty="0">
                <a:cs typeface="+mj-cs"/>
              </a:rPr>
              <a:t>//</a:t>
            </a:r>
            <a:r>
              <a:rPr lang="th-TH" sz="2400" dirty="0">
                <a:cs typeface="+mj-cs"/>
              </a:rPr>
              <a:t> รับเสด็จ 904 </a:t>
            </a:r>
            <a:r>
              <a:rPr lang="en-US" sz="2400" dirty="0">
                <a:cs typeface="+mj-cs"/>
              </a:rPr>
              <a:t>//</a:t>
            </a: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(สังกัด กรม นนร.รอ.</a:t>
            </a:r>
            <a:r>
              <a:rPr lang="th-TH" sz="2400" dirty="0" err="1">
                <a:cs typeface="+mj-cs"/>
              </a:rPr>
              <a:t>รร</a:t>
            </a:r>
            <a:r>
              <a:rPr lang="th-TH" sz="2400" dirty="0">
                <a:cs typeface="+mj-cs"/>
              </a:rPr>
              <a:t>.จปร.) </a:t>
            </a:r>
          </a:p>
          <a:p>
            <a:pPr marL="0" indent="0">
              <a:buNone/>
            </a:pPr>
            <a:r>
              <a:rPr lang="en-US" sz="2400" dirty="0"/>
              <a:t>1</a:t>
            </a:r>
            <a:r>
              <a:rPr lang="th-TH" sz="2400" dirty="0"/>
              <a:t>. พ.ต.มัฆวาน สนิทชน</a:t>
            </a:r>
          </a:p>
          <a:p>
            <a:pPr marL="0" indent="0">
              <a:buNone/>
            </a:pPr>
            <a:r>
              <a:rPr lang="th-TH" sz="2400" dirty="0" err="1"/>
              <a:t>ตท</a:t>
            </a:r>
            <a:r>
              <a:rPr lang="th-TH" sz="2400" dirty="0"/>
              <a:t>.</a:t>
            </a:r>
            <a:r>
              <a:rPr lang="en-US" sz="2400" dirty="0"/>
              <a:t>53</a:t>
            </a:r>
            <a:r>
              <a:rPr lang="th-TH" sz="2400" dirty="0"/>
              <a:t> จปร.</a:t>
            </a:r>
            <a:r>
              <a:rPr lang="en-US" sz="2400" dirty="0"/>
              <a:t>64</a:t>
            </a:r>
            <a:endParaRPr lang="th-TH" sz="2400" dirty="0"/>
          </a:p>
          <a:p>
            <a:pPr marL="0" indent="0">
              <a:buNone/>
            </a:pPr>
            <a:r>
              <a:rPr lang="th-TH" sz="2400" dirty="0"/>
              <a:t>ฉก.ทม.รอ.</a:t>
            </a:r>
            <a:r>
              <a:rPr lang="en-US" sz="2400" dirty="0"/>
              <a:t>904</a:t>
            </a:r>
            <a:r>
              <a:rPr lang="th-TH" sz="2400" dirty="0"/>
              <a:t> รุ่น น.</a:t>
            </a:r>
            <a:r>
              <a:rPr lang="en-US" sz="2400" dirty="0"/>
              <a:t>15/61</a:t>
            </a:r>
            <a:r>
              <a:rPr lang="th-TH" sz="2400" dirty="0"/>
              <a:t>  ป้าย</a:t>
            </a:r>
            <a:r>
              <a:rPr lang="th-TH" sz="2400" dirty="0" err="1"/>
              <a:t>เเถบ</a:t>
            </a:r>
            <a:r>
              <a:rPr lang="th-TH" sz="2400" dirty="0"/>
              <a:t>สีรุ่น น้ำเงิน</a:t>
            </a:r>
            <a:r>
              <a:rPr lang="en-US" sz="2400" dirty="0"/>
              <a:t>/</a:t>
            </a:r>
            <a:r>
              <a:rPr lang="th-TH" sz="2400" dirty="0"/>
              <a:t>เขียว</a:t>
            </a:r>
          </a:p>
          <a:p>
            <a:pPr marL="0" indent="0">
              <a:buNone/>
            </a:pPr>
            <a:r>
              <a:rPr lang="th-TH" sz="2400" dirty="0"/>
              <a:t>ตำแหน่ง ผบ.ร้อย.กรม นนร.รอ.</a:t>
            </a:r>
            <a:r>
              <a:rPr lang="th-TH" sz="2400" dirty="0" err="1"/>
              <a:t>รร</a:t>
            </a:r>
            <a:r>
              <a:rPr lang="th-TH" sz="2400" dirty="0"/>
              <a:t>.จปร.</a:t>
            </a:r>
          </a:p>
          <a:p>
            <a:pPr marL="0" indent="0">
              <a:buNone/>
            </a:pPr>
            <a:r>
              <a:rPr lang="th-TH" sz="2400" dirty="0"/>
              <a:t>โทร. </a:t>
            </a:r>
            <a:r>
              <a:rPr lang="en-US" sz="2400" dirty="0"/>
              <a:t>081-061-2233</a:t>
            </a:r>
          </a:p>
          <a:p>
            <a:pPr marL="0" indent="0">
              <a:buNone/>
            </a:pPr>
            <a:r>
              <a:rPr lang="th-TH" sz="2400" dirty="0"/>
              <a:t>- ปฏิบัติหน้าที่ น.กำกับยาม</a:t>
            </a:r>
            <a:br>
              <a:rPr lang="th-TH" sz="2400" dirty="0">
                <a:cs typeface="+mj-cs"/>
              </a:rPr>
            </a:b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en-US" sz="2400" dirty="0">
                <a:cs typeface="+mj-cs"/>
              </a:rPr>
              <a:t>2</a:t>
            </a:r>
            <a:r>
              <a:rPr lang="th-TH" sz="2400" dirty="0">
                <a:cs typeface="+mj-cs"/>
              </a:rPr>
              <a:t>. นนร.</a:t>
            </a:r>
            <a:r>
              <a:rPr lang="th-TH" sz="2400" dirty="0" err="1">
                <a:cs typeface="+mj-cs"/>
              </a:rPr>
              <a:t>ธนโช</a:t>
            </a:r>
            <a:r>
              <a:rPr lang="th-TH" sz="2400" dirty="0">
                <a:cs typeface="+mj-cs"/>
              </a:rPr>
              <a:t>ติ คุ้มพร</a:t>
            </a: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นนร.ชั้นปีที่ </a:t>
            </a:r>
            <a:r>
              <a:rPr lang="en-US" sz="2400" dirty="0">
                <a:cs typeface="+mj-cs"/>
              </a:rPr>
              <a:t>4</a:t>
            </a: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 err="1">
                <a:cs typeface="+mj-cs"/>
              </a:rPr>
              <a:t>ตท</a:t>
            </a:r>
            <a:r>
              <a:rPr lang="th-TH" sz="2400" dirty="0">
                <a:cs typeface="+mj-cs"/>
              </a:rPr>
              <a:t>.</a:t>
            </a:r>
            <a:r>
              <a:rPr lang="en-US" sz="2400" dirty="0">
                <a:cs typeface="+mj-cs"/>
              </a:rPr>
              <a:t>63</a:t>
            </a:r>
            <a:r>
              <a:rPr lang="th-TH" sz="2400" dirty="0">
                <a:cs typeface="+mj-cs"/>
              </a:rPr>
              <a:t> จปร.</a:t>
            </a:r>
            <a:r>
              <a:rPr lang="en-US" sz="2400" dirty="0">
                <a:cs typeface="+mj-cs"/>
              </a:rPr>
              <a:t>74</a:t>
            </a: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ตำแหน่ง ลูกแถว หมู่ </a:t>
            </a:r>
            <a:r>
              <a:rPr lang="en-US" sz="2400" dirty="0">
                <a:cs typeface="+mj-cs"/>
              </a:rPr>
              <a:t>2</a:t>
            </a:r>
            <a:r>
              <a:rPr lang="th-TH" sz="2400" dirty="0">
                <a:cs typeface="+mj-cs"/>
              </a:rPr>
              <a:t> มว.</a:t>
            </a:r>
            <a:r>
              <a:rPr lang="en-US" sz="2400" dirty="0">
                <a:cs typeface="+mj-cs"/>
              </a:rPr>
              <a:t>3</a:t>
            </a:r>
            <a:r>
              <a:rPr lang="th-TH" sz="2400" dirty="0">
                <a:cs typeface="+mj-cs"/>
              </a:rPr>
              <a:t> ร้อย.</a:t>
            </a:r>
            <a:r>
              <a:rPr lang="en-US" sz="2400" dirty="0">
                <a:cs typeface="+mj-cs"/>
              </a:rPr>
              <a:t>1</a:t>
            </a:r>
            <a:r>
              <a:rPr lang="th-TH" sz="2400" dirty="0">
                <a:cs typeface="+mj-cs"/>
              </a:rPr>
              <a:t> พัน.</a:t>
            </a:r>
            <a:r>
              <a:rPr lang="en-US" sz="2400" dirty="0">
                <a:cs typeface="+mj-cs"/>
              </a:rPr>
              <a:t>3</a:t>
            </a:r>
            <a:endParaRPr lang="th-TH" sz="2400" dirty="0">
              <a:cs typeface="+mj-cs"/>
            </a:endParaRP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โทร. </a:t>
            </a:r>
            <a:r>
              <a:rPr lang="en-US" sz="2400" dirty="0">
                <a:cs typeface="+mj-cs"/>
              </a:rPr>
              <a:t>062-462-5162</a:t>
            </a:r>
          </a:p>
          <a:p>
            <a:pPr marL="0" indent="0">
              <a:buNone/>
            </a:pPr>
            <a:r>
              <a:rPr lang="th-TH" sz="2400" dirty="0">
                <a:cs typeface="+mj-cs"/>
              </a:rPr>
              <a:t>- ปฏิบัติหน้าที่ ยามรักษาการณ์ รก.ภูธรลีลาศ หมายเลข </a:t>
            </a:r>
            <a:r>
              <a:rPr lang="en-US" sz="2400" dirty="0">
                <a:cs typeface="+mj-cs"/>
              </a:rPr>
              <a:t>2</a:t>
            </a:r>
            <a:r>
              <a:rPr lang="th-TH" sz="2400" dirty="0">
                <a:cs typeface="+mj-cs"/>
              </a:rPr>
              <a:t> อัมพร</a:t>
            </a:r>
          </a:p>
        </p:txBody>
      </p:sp>
    </p:spTree>
    <p:extLst>
      <p:ext uri="{BB962C8B-B14F-4D97-AF65-F5344CB8AC3E}">
        <p14:creationId xmlns:p14="http://schemas.microsoft.com/office/powerpoint/2010/main" val="1387444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E2CF05-9C6D-2518-3E3A-631DF45ED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44D4293F-3EC6-A031-2394-9F5C71756191}"/>
              </a:ext>
            </a:extLst>
          </p:cNvPr>
          <p:cNvSpPr txBox="1"/>
          <p:nvPr/>
        </p:nvSpPr>
        <p:spPr>
          <a:xfrm>
            <a:off x="1512783" y="961601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น.สัญญาบัตร รับเสด็จ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904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18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ต.ค. 68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12C7B0C4-316B-9220-342D-6D6D88E208C2}"/>
              </a:ext>
            </a:extLst>
          </p:cNvPr>
          <p:cNvSpPr txBox="1"/>
          <p:nvPr/>
        </p:nvSpPr>
        <p:spPr>
          <a:xfrm>
            <a:off x="671017" y="6170531"/>
            <a:ext cx="55159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พ.ต.มัฆวาน สนิทชน</a:t>
            </a:r>
            <a:b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</a:b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15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/6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กำเนิด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ตท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53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จปร.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64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ตำแหน่ง ผบ.ร้อย.กรม นนร.รอ.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9631014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98388-7459-ABEC-6CD7-C9E8E6FE9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กล่องข้อความ 5">
            <a:extLst>
              <a:ext uri="{FF2B5EF4-FFF2-40B4-BE49-F238E27FC236}">
                <a16:creationId xmlns:a16="http://schemas.microsoft.com/office/drawing/2014/main" id="{2CB78C6E-691A-6A7C-72CA-54A08EC806A6}"/>
              </a:ext>
            </a:extLst>
          </p:cNvPr>
          <p:cNvSpPr txBox="1"/>
          <p:nvPr/>
        </p:nvSpPr>
        <p:spPr>
          <a:xfrm>
            <a:off x="1512785" y="879487"/>
            <a:ext cx="383243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นนร. รับเสด็จ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904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ประจำวันที่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18 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ต.ค. 68</a:t>
            </a:r>
            <a:endParaRPr lang="en-US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  <p:sp>
        <p:nvSpPr>
          <p:cNvPr id="7" name="กล่องข้อความ 6">
            <a:extLst>
              <a:ext uri="{FF2B5EF4-FFF2-40B4-BE49-F238E27FC236}">
                <a16:creationId xmlns:a16="http://schemas.microsoft.com/office/drawing/2014/main" id="{6308F6E7-2750-58D0-CC16-6B867A89D45B}"/>
              </a:ext>
            </a:extLst>
          </p:cNvPr>
          <p:cNvSpPr txBox="1"/>
          <p:nvPr/>
        </p:nvSpPr>
        <p:spPr>
          <a:xfrm>
            <a:off x="165100" y="6350944"/>
            <a:ext cx="6527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นนร.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ธนโช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ติ คุ้มพร</a:t>
            </a: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กำเนิด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ตท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.6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จปร.7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4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ตำแหน่ง ลูกแถว หมู่ 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2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มว.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ร้อย.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1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พัน.</a:t>
            </a:r>
            <a:r>
              <a:rPr lang="en-US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3</a:t>
            </a:r>
            <a:endParaRPr lang="th-TH" sz="2800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  <a:p>
            <a:pPr algn="ctr"/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สังกัด </a:t>
            </a:r>
            <a:r>
              <a:rPr lang="th-TH" sz="2800" b="1" dirty="0" err="1">
                <a:latin typeface="TH SarabunPSK" panose="020B0500040200020003" pitchFamily="34" charset="-34"/>
                <a:cs typeface="TH SarabunPSK" panose="020B0500040200020003" pitchFamily="34" charset="-34"/>
              </a:rPr>
              <a:t>รร</a:t>
            </a:r>
            <a:r>
              <a:rPr lang="th-TH" sz="28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.จปร.</a:t>
            </a:r>
            <a:r>
              <a:rPr lang="th-TH" sz="2000" b="1" dirty="0">
                <a:latin typeface="TH SarabunPSK" panose="020B0500040200020003" pitchFamily="34" charset="-34"/>
                <a:cs typeface="TH SarabunPSK" panose="020B0500040200020003" pitchFamily="34" charset="-34"/>
              </a:rPr>
              <a:t> </a:t>
            </a:r>
            <a:endParaRPr lang="th-TH" sz="1575" b="1" dirty="0">
              <a:latin typeface="TH SarabunPSK" panose="020B0500040200020003" pitchFamily="34" charset="-34"/>
              <a:cs typeface="TH SarabunPSK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277420271"/>
      </p:ext>
    </p:extLst>
  </p:cSld>
  <p:clrMapOvr>
    <a:masterClrMapping/>
  </p:clrMapOvr>
</p:sld>
</file>

<file path=ppt/theme/theme1.xml><?xml version="1.0" encoding="utf-8"?>
<a:theme xmlns:a="http://schemas.openxmlformats.org/drawingml/2006/main" name="ธีมของ Office">
  <a:themeElements>
    <a:clrScheme name="ธีมของ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ธีมของ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ธีมของ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3578</TotalTime>
  <Words>725</Words>
  <Application>Microsoft Office PowerPoint</Application>
  <PresentationFormat>กระดาษ A4 (210x297 มม.)</PresentationFormat>
  <Paragraphs>135</Paragraphs>
  <Slides>15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TH SarabunPSK</vt:lpstr>
      <vt:lpstr>ธีมของ Office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งานนำเสนอ PowerPoint</dc:title>
  <dc:creator>Dell</dc:creator>
  <cp:lastModifiedBy>นพณัฐ ยาวไธสง</cp:lastModifiedBy>
  <cp:revision>89</cp:revision>
  <cp:lastPrinted>2025-06-28T10:56:03Z</cp:lastPrinted>
  <dcterms:created xsi:type="dcterms:W3CDTF">2025-06-28T02:06:24Z</dcterms:created>
  <dcterms:modified xsi:type="dcterms:W3CDTF">2025-11-30T12:43:26Z</dcterms:modified>
</cp:coreProperties>
</file>